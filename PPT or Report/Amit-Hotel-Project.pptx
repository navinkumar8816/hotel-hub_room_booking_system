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310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90963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7457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3310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0650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688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19815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59878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360462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38779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55378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sz="1350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656237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35184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4588701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80877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90117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771627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30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2430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629150"/>
            <a:ext cx="9144000" cy="0"/>
          </a:xfrm>
          <a:prstGeom prst="line">
            <a:avLst/>
          </a:prstGeom>
          <a:noFill/>
          <a:ln w="12700">
            <a:solidFill>
              <a:srgbClr val="A9A9A9"/>
            </a:solidFill>
            <a:prstDash val="solid"/>
          </a:ln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183005"/>
            <a:ext cx="731520" cy="51435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0240" y="3497580"/>
            <a:ext cx="731520" cy="51435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1388745"/>
            <a:ext cx="4572000" cy="236601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2743200" y="2417445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17A33E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Hotel-Hub: Your Seamless Stay Starts Here</a:t>
            </a:r>
            <a:endParaRPr lang="en-US" sz="3500" dirty="0"/>
          </a:p>
        </p:txBody>
      </p:sp>
      <p:sp>
        <p:nvSpPr>
          <p:cNvPr id="8" name="Text 2"/>
          <p:cNvSpPr/>
          <p:nvPr/>
        </p:nvSpPr>
        <p:spPr>
          <a:xfrm>
            <a:off x="457200" y="4732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February 2025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6291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Table of Contents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1285875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94360" y="1337310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388745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" y="133731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133731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Welcome to Hotel-Hub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31520" y="2057400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94360" y="2108835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160270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76072" y="2108835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108835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Booking Made Easy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" y="2828925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94360" y="2880360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2931795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6072" y="2880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097280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Project Highlights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731520" y="3600450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4360" y="3651885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0080" y="3703320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6072" y="3651885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97280" y="3651885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Power of MERN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5029200" y="1285875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873752" y="1337310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937760" y="1388745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892040" y="133731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394960" y="133731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Functionalities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029200" y="2057400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873752" y="2108835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937760" y="2160270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92040" y="2108835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394960" y="2108835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Structure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029200" y="2828925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873752" y="2880360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937760" y="2931795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92040" y="2880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394960" y="28803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Booking Journey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5029200" y="3600450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873752" y="3651885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937760" y="3703320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892040" y="3651885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5394960" y="3651885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Overcoming Hurdles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" y="1285875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" y="1337310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388745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" y="133731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97280" y="133731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Project Success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2057400"/>
            <a:ext cx="3474720" cy="514350"/>
          </a:xfrm>
          <a:prstGeom prst="roundRect">
            <a:avLst>
              <a:gd name="adj" fmla="val 88889"/>
            </a:avLst>
          </a:prstGeom>
          <a:solidFill>
            <a:srgbClr val="E8FFEF"/>
          </a:solidFill>
          <a:ln w="12700">
            <a:solidFill>
              <a:srgbClr val="17A33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2108835"/>
            <a:ext cx="411480" cy="41148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2160270"/>
            <a:ext cx="320040" cy="308610"/>
          </a:xfrm>
          <a:prstGeom prst="ellipse">
            <a:avLst/>
          </a:prstGeom>
          <a:solidFill>
            <a:srgbClr val="17A33E"/>
          </a:solidFill>
          <a:ln w="50800">
            <a:solidFill>
              <a:srgbClr val="17A33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" y="2108835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10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2108835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86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Welcome to Hotel-Hub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285875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Hotel-Hub Room Booking System: A modern solution for online hotel reservations.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Developed by Amit Kumar, a passionate developer dedicated to innovative solutions.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Completed on 13/02/2025, marking the launch of a new era in hotel bookings.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We aim to provide a great experience for our users to enhance their comfort.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To create a world class hotel booking website, easy to use and fully functional.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4629150"/>
            <a:ext cx="9144000" cy="0"/>
          </a:xfrm>
          <a:prstGeom prst="line">
            <a:avLst/>
          </a:prstGeom>
          <a:noFill/>
          <a:ln w="12700">
            <a:solidFill>
              <a:srgbClr val="A9A9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732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01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86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Booking Made Easy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285875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Enables users to effortlessly book hotel rooms through a user-friendly online platform.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Offers a smooth and efficient experience for both customers and hotel management teams.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Built using the robust MERN stack (MongoDB, Express.js, React.js, Node.js).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Easy to use functionality and interface for all types of users.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Ensuring customer comfort we make hotel booking seamless for everyone.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4629150"/>
            <a:ext cx="9144000" cy="0"/>
          </a:xfrm>
          <a:prstGeom prst="line">
            <a:avLst/>
          </a:prstGeom>
          <a:noFill/>
          <a:ln w="12700">
            <a:solidFill>
              <a:srgbClr val="A9A9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732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02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86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Project Highlights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285875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Users can easily browse available rooms and complete bookings online.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Implements secure authentication protocols for  users , owners and administrators.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Features payment gateway integration for seamless and secure transactions.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Provides an admin panel to efficiently manage rooms, bookings, and user or owner accounts.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The overall project is user friendly and increases accessibility for customers.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4629150"/>
            <a:ext cx="9144000" cy="0"/>
          </a:xfrm>
          <a:prstGeom prst="line">
            <a:avLst/>
          </a:prstGeom>
          <a:noFill/>
          <a:ln w="12700">
            <a:solidFill>
              <a:srgbClr val="A9A9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732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03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86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Power of MERN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285875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NoSQL database used to store comprehensive user and booking details efficiently.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Backend framework designed to handle API requests with speed and reliability.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Frontend framework creating a dynamic and engaging user interface.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JavaScript runtime enabling server-side execution for robust performance.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The use of MERN makes the project reliable and dependable for our users.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4629150"/>
            <a:ext cx="9144000" cy="0"/>
          </a:xfrm>
          <a:prstGeom prst="line">
            <a:avLst/>
          </a:prstGeom>
          <a:noFill/>
          <a:ln w="12700">
            <a:solidFill>
              <a:srgbClr val="A9A9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732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04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86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Core Functionalities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285875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Secure signup and login functionality to protect user data.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Real-time room listing and availability checking for accurate bookings.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Admin panel for managing rooms, bookings, and user or owner accounts effectively.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The website's functionality is dynamic and fast in response to user actions.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User or Owner data is secured and encrypted to prevent breaches and leaks.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4629150"/>
            <a:ext cx="9144000" cy="0"/>
          </a:xfrm>
          <a:prstGeom prst="line">
            <a:avLst/>
          </a:prstGeom>
          <a:noFill/>
          <a:ln w="12700">
            <a:solidFill>
              <a:srgbClr val="A9A9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732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05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86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Structure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285875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Stores detailed information about registered users, ensuring personalized experiences.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Stores details of hotel owners, managing their properties with in the system.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Stores admin details, providing control over system management.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Stores comprehensive details about each hotel room, including amenities and pricing.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Stores booking details with accurate time stamps, ensuring seamless tracking.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4629150"/>
            <a:ext cx="9144000" cy="0"/>
          </a:xfrm>
          <a:prstGeom prst="line">
            <a:avLst/>
          </a:prstGeom>
          <a:noFill/>
          <a:ln w="12700">
            <a:solidFill>
              <a:srgbClr val="A9A9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732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06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86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Booking Journey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285875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Users easily register and log in to access the booking platform securely.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Browse available rooms and select the perfect option for their stay.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Confirm booking details and make secure payments for reservations.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Administrators verify and efficiently manage bookings to ensure smooth operations.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Everything is managed very securely and with precision for ideal booking.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4629150"/>
            <a:ext cx="9144000" cy="0"/>
          </a:xfrm>
          <a:prstGeom prst="line">
            <a:avLst/>
          </a:prstGeom>
          <a:noFill/>
          <a:ln w="12700">
            <a:solidFill>
              <a:srgbClr val="A9A9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732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07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86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Overcoming Hurdles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285875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Implemented JWT for secure login sessions, enhancing user data protection.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Utilized indexing for fast queries, ensuring quick access to critical information.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Deployed using cloud services like AWS or Firebase for enhanced scalability.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The booking website is extremely reliable for our users to implement on a daily basis.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The security of the website is prioritized so that our users do not face issues.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4629150"/>
            <a:ext cx="9144000" cy="0"/>
          </a:xfrm>
          <a:prstGeom prst="line">
            <a:avLst/>
          </a:prstGeom>
          <a:noFill/>
          <a:ln w="12700">
            <a:solidFill>
              <a:srgbClr val="A9A9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732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08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86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Project Success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285875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Successfully implemented a hotel room booking system using the MERN stack.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Enhances user experience with a simple, intuitive, and secure interface.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Easy to use design and is extremely user friendly for regular users.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The website is highly secure and trustworthy for online bookings and payments.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Smooth and fast booking is ensured with a strong backend and database system.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4629150"/>
            <a:ext cx="9144000" cy="0"/>
          </a:xfrm>
          <a:prstGeom prst="line">
            <a:avLst/>
          </a:prstGeom>
          <a:noFill/>
          <a:ln w="12700">
            <a:solidFill>
              <a:srgbClr val="A9A9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732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09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66865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500"/>
              </a:lnSpc>
              <a:buNone/>
            </a:pPr>
            <a:r>
              <a:rPr lang="en-US" sz="3300" b="1" dirty="0">
                <a:solidFill>
                  <a:srgbClr val="17A33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Thank You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457200" y="1285875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Amit Kumar, the driving force behind this project.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Reach out at amitchitain@gmail.com for inquiries and collaborations.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Feel free to call at 8053571572 for immediate assistance.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Thank you for your time and consideration.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000000"/>
                </a:solidFill>
                <a:latin typeface="Plus Jakarta Sans Light" pitchFamily="34" charset="0"/>
                <a:ea typeface="Plus Jakarta Sans Light" pitchFamily="34" charset="-122"/>
                <a:cs typeface="Plus Jakarta Sans Light" pitchFamily="34" charset="-120"/>
              </a:rPr>
              <a:t>We are always here to serve and for any form of assistance.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4629150"/>
            <a:ext cx="9144000" cy="0"/>
          </a:xfrm>
          <a:prstGeom prst="line">
            <a:avLst/>
          </a:prstGeom>
          <a:noFill/>
          <a:ln w="12700">
            <a:solidFill>
              <a:srgbClr val="A9A9A9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7320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Plus Jakarta Sans SemiBold" pitchFamily="34" charset="0"/>
                <a:ea typeface="Plus Jakarta Sans SemiBold" pitchFamily="34" charset="-122"/>
                <a:cs typeface="Plus Jakarta Sans SemiBold" pitchFamily="34" charset="-120"/>
              </a:rPr>
              <a:t>10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</TotalTime>
  <Words>722</Words>
  <Application>Microsoft Office PowerPoint</Application>
  <PresentationFormat>On-screen Show (16:9)</PresentationFormat>
  <Paragraphs>106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Plus Jakarta Sans</vt:lpstr>
      <vt:lpstr>Plus Jakarta Sans Light</vt:lpstr>
      <vt:lpstr>Plus Jakarta Sans SemiBold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Amit Chitain</cp:lastModifiedBy>
  <cp:revision>2</cp:revision>
  <dcterms:created xsi:type="dcterms:W3CDTF">2025-02-14T10:42:06Z</dcterms:created>
  <dcterms:modified xsi:type="dcterms:W3CDTF">2025-02-15T05:51:53Z</dcterms:modified>
</cp:coreProperties>
</file>